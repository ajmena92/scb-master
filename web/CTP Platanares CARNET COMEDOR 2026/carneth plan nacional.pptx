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88163" cy="10018713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209FA7-3BC3-2421-4585-7BD4A8325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6DA9A2-1174-B1AB-61B1-D73C0A157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DF949F-81D6-E19D-E577-88DBC360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FA1CE6-51F1-3EAF-3BB4-6E671D22E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14E4E8-1698-C0FE-369A-C7634392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4390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6FAB1-4053-71B6-ACEA-1142A978F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F9DC4-4278-0B36-A1FD-1BA0E309D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8BA40E-BDDD-B844-5720-8B1238670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238176-8ED4-F3E3-078A-032F90A6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AF1663-99D9-7438-E5F5-3D7B205D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2438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57F48-7B63-7C90-99DC-C20B1BC0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C0A47D-F4FA-EF92-84D0-44825872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730C07-4FEF-2C8E-F9B2-CB3F3D62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A38C3D-5332-017C-ABF5-01662CD1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E952B3-1527-54E7-6A7C-0CE8CDD2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1929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9D6BE-670B-CDA3-D9FC-B3CC273A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B23F6D-15EF-2FE5-FBE2-4E705CC80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1399B6-656B-884A-1665-A586DE988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34B9C6-D9B9-111E-B043-655F3598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F28466-DDE0-5FC3-1581-C2A8A8B3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7B1824-5436-7D48-1C58-60C1ABAF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22307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02F8C-2DF1-F277-9F16-B4C08E4E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1862D4-605F-4766-3108-8DF530BC5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83FDDA-41EE-D44F-F5A3-22BA3FB0D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84DEBE-DCF6-2E15-ACB3-0AB55690E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DA97B8-EB47-01F8-A65C-A41006D19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FEBE6C-DE00-37FE-3A07-FB1CAF4D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6050BD-3729-3D31-3E04-DF3BB6DB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82F1B1B-7F71-E474-A9BA-2042AF70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05069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B6F44-A5BB-67B2-40FA-D19CF2C7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73438F9-3D70-1911-D033-3AD8CEDE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49100F-0537-A531-3194-39C2C397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B659E5-D39D-2435-8FF7-239F46E8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6594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2A1F10-762C-B6F1-5162-E549322C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7C3AB4-9CC7-3E3E-02F1-D15E1289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001D71-0C3E-2BC6-39BF-8609E6E4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66321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7C017-6FA9-7FDA-F7E5-A27466CF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66944D-C3CC-EEA6-ED54-4C1DF2ABC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B412AB-1B7F-FDF6-D2CD-731E1CFDC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254ED0-D113-50F5-E5F6-B3DE45FE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AAA460-AFE0-98F3-C6E7-7365A2A30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7E5451-CB71-A2F4-D7DD-AFC6B16A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15017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C45851-0422-3114-0527-17C11AE9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ED498B-9FF8-F364-550F-A72A41A24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92B0D9-510C-2647-E46A-B318255A6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BE5454-3A2D-C400-9D7E-A22EE362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7768DA-B907-B91F-FB45-591E215B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128A48-40DD-1738-6AF6-ED6E09DD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571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8FA9D-5EA7-A3E5-B082-9B21AD2C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ECE298-0E4F-0474-2A6B-EC45C1A16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64B85D-93D2-B5BD-C56B-077951D7C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2C9095-B5C5-3412-6EC8-55A92319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9F11A-EDE5-81D0-F319-751B63D2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82413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8B820F-6EF3-86CD-8897-C1204C1AE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854213-F9BF-5099-8B54-FB5B906DE8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B3DF72-AC85-AD00-EED8-49773DF3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E803AC-DCD0-6238-4ADE-1CA00B4D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BAC314-4566-3083-2617-094DABF95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4566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5E6373B-56EB-44E8-EE38-E6B6E4A5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8B3350-F978-1359-4F79-92876FC1B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40E431-2C22-0029-C3B3-358216984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C43C-5F81-440F-8D60-2679A38C6C52}" type="datetimeFigureOut">
              <a:rPr lang="es-CR" smtClean="0"/>
              <a:t>9/4/2026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916F1-119D-E51B-AFB9-E84DBF6F1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9BCECD-024F-9C25-589C-F5E15F8ED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6C18B-D84B-4C99-82E9-700273C7B633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687601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10" Type="http://schemas.openxmlformats.org/officeDocument/2006/relationships/image" Target="../media/image18.jpg"/><Relationship Id="rId4" Type="http://schemas.openxmlformats.org/officeDocument/2006/relationships/image" Target="../media/image12.jpg"/><Relationship Id="rId9" Type="http://schemas.openxmlformats.org/officeDocument/2006/relationships/image" Target="../media/image17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pn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10" Type="http://schemas.openxmlformats.org/officeDocument/2006/relationships/image" Target="../media/image27.jpg"/><Relationship Id="rId4" Type="http://schemas.openxmlformats.org/officeDocument/2006/relationships/image" Target="../media/image21.jpg"/><Relationship Id="rId9" Type="http://schemas.openxmlformats.org/officeDocument/2006/relationships/image" Target="../media/image2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Relationship Id="rId9" Type="http://schemas.openxmlformats.org/officeDocument/2006/relationships/image" Target="../media/image3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AC82BDE-11A5-A852-5C09-676E690BD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00" y="188843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5132152-7AE4-7DD8-37C6-42605CF6C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418732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713AB43-B382-6301-E2D9-7466D79B6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509158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5E97B87-44F9-8055-9ED0-85414C6CA0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574" y="4543787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0D70498-A594-080C-999D-E59FC33362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187" y="4509157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77BAF27-6AAD-E792-E65B-D374F15A02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574" y="2383787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71B42EC-8A37-ABCC-B978-92D388AF6D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574" y="188842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76916E81-833D-CDC1-DD68-BBB1CEA23F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00" y="2383787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2BE274B-A70D-DE5E-A05D-452EDF22EB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13" y="188842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5505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E0903408-883D-E1C3-D9C5-F21D6FFEE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61" y="149087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1EB0E06-3F39-80B0-6CEB-470FD50E7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271" y="4541555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5803883-7A9B-045F-0C64-D7DB41142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105" y="4584991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8CFF7C9-3009-0DA4-20BD-AE4C94DD3F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36" y="4584991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1FA0F45-6EFB-F5F4-8FA9-8717F070FF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505" y="2345321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7F3DE70-367E-88AF-E8AE-F1BB33FD0A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105" y="2398539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D44D7A0-6DFA-D91D-C16C-C0754A5A76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36" y="2349000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A7BF935-0270-38C7-2D5A-EBA45358D6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105" y="149087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AA6B609-0089-3EFC-82CC-BA4CDA23BF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505" y="149087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150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325CCB3-C44A-1A07-0F7B-45461F712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7" y="188086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EDD6DF8-2EE9-802F-F14E-497771908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964" y="188086"/>
            <a:ext cx="3645724" cy="2158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0BAF89F-E7F5-59AF-A55A-2B15DC96C3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2358" y="4546756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2AD0FB0-2F82-BB2A-7E6C-A7EF861E46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385" y="4605025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B32967A-62AF-9E11-DF5C-B538C43458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12" y="4605026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F59D010-DF51-8966-88C3-64CC6BE736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365" y="2395641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D5C1BDF-2124-43F5-417B-1FB4BF22E1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365" y="151245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E425294-5E58-6DF4-DA70-84EA881A5C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826" y="2395641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5F74570-FC88-17F2-D112-6A1ECDDCC10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7" y="2445026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458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BB62E14-6BFC-39C4-A964-04F90DCFE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3" y="112852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344E1E2-1C99-491A-B865-3DB18696B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765" y="114681"/>
            <a:ext cx="3645724" cy="21581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F856957-2802-D658-88D8-41BE0FD39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765" y="4585148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F024675-BDF6-F924-F6AA-042F9972EB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8" y="4585148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A89E75B-41A4-F19B-47CC-7D0F1C0593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887" y="2405426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26254F6E-1D6D-F7C8-E432-DD68A5189C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887" y="112852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90493BE-60F4-27E8-2A07-F8E140248B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800" y="2405426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9BA76E3-6450-A9E3-DAE0-2CD1B5E4AF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3" y="2349000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4981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4F7C712-E595-13AD-3990-B09397702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12852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90370D3-C64A-4EF7-98F5-03A873D0C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420" y="112852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F0991DF-67BB-DD5C-6E0A-A5B22FAD5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39028"/>
            <a:ext cx="3648000" cy="21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0915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Nury Leiva Fernandez</dc:creator>
  <cp:lastModifiedBy>Nury Leiva Fernandez</cp:lastModifiedBy>
  <cp:revision>1</cp:revision>
  <cp:lastPrinted>2026-04-09T15:09:16Z</cp:lastPrinted>
  <dcterms:created xsi:type="dcterms:W3CDTF">2026-04-09T13:57:21Z</dcterms:created>
  <dcterms:modified xsi:type="dcterms:W3CDTF">2026-04-09T15:24:20Z</dcterms:modified>
</cp:coreProperties>
</file>